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Rapport d’audit cybersécurité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ISO 27001:2022 • NIST CSF 2.0 • NIS2/ENISA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Radar – ISO vs NIST (exemple)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Insérez ici le graphique radar (export depuis Excel).</a:t>
            </a:r>
          </a:p>
          <a:p>
            <a:r>
              <a:t>Axes suggérés : Gouvernance, Risques, Accès, Journalisation, Réponse, Continuité.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Heatmap des écarts – Priorité vs 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Quadrillage 2×2 (Impact vs Effort). Positionnez les écarts majeurs.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Matrice RACI (exemple)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Activités clés vs R (Responsable), A (Autorité), C (Consulté), I (Informé).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12–18 mois – jalons NIS2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Trimestres T1–T6 : Quick wins (MFA, sauvegardes), mid-term (SIEM use-cases, PRA tests), long-term (supply chain, GRC).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